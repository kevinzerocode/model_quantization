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大家好,今天跟大家介紹我目前的研究專案。一句話講:當 LLM 要讀非常長的文件時,GPU 記憶體會被兩個東西吃掉——模型本身,和推論過程的 KV cache。我們的問題是:記憶體有限時,壓縮哪一邊比較划算?以及能不能設計出更聰明的 KV cache 壓縮方法。整個實驗在一張 24GB 的 RTX 4090 上進行,用 Qwen2.5-7B,目前進行到第四階段。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先看問題有多真實。7B 模型的 bf16 權重約 14.3 GB,在 24GB 的卡上就吃掉六成。而 KV cache 是模型讀文件時的「筆記」,每讀一個 token 就要多存約 56KB,跟上下文長度成正比:64K token 的單一請求就要 3.5GB。換句話說,長上下文、多併發的場景下,KV cache 會反過來變成比權重更大的記憶體支出。所以「量化」不只該問怎麼壓權重,也該問怎麼壓 KV cache——這是兩個可以獨立轉的旋鈕。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專案有兩層問題。RQ1 是部署層:在真實 serving 引擎 vLLM 上,壓權重和壓 KV cache 各自換到多少容量、付出多少品質代價,兩者可不可以疊加。RQ2 是研究層:現有低 bit KV 量化在 2-bit 附近品質會崩,我們提出 Hybrid Polar-KIVI——Key 用極座標量化、Value 用 per-token 量化,目標是在約 3.3 bit 的預算下,品質接近 4.5 bit 的 int4,而不是像 2.5 bit 的 int2 一樣崩掉。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方法上把實驗切成兩條路線。部署路線用 vLLM,量的是真實 serving 的速度和容量;研究路線用 HuggingFace transformers,以 simulated quantization 量品質影響——量化後立刻反量化,品質損失是真的,記憶體節省則用解析公式計算,絕不宣稱實測省了多少 VRAM。一條鐵則:兩條路線的速度數字永遠不放進同一張表,避免拿不同引擎的數字互比造成誤導。兩條路線共用同一批凍結 prompts 和同一套結果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這頁講我們怎麼防止自己「不小心作弊」。評測集只生成一次,SHA256 鎖進 manifest,程式裡直接 assert 禁止重生成;NIAH 的「針」是隨機十六進位密碼,模型不可能靠背訓練資料答對。所有報告數字必須追溯到 CSV 或 raw 檔;失敗、OOM 也是數據,照樣記錄。十筆以上的問題與 fallback 全部記在 ISSUES.md,包含對我們故事「不利」的結果。這套紀律的目的,是讓最後論文裡的每一格數字都經得起檢查。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品質評測用三個互補的工具。第一是 NIAH 大海撈針:在長文件的不同深度藏一個隨機密碼,問模型密碼是什麼——這直接測長上下文檢索能力,涵蓋中文、英文、程式碼三種語料,長度從 4K 到 63K、五種埋針深度。第二是 LongBench,八個子集涵蓋中英問答、檢索、程式碼補全,用官方 metrics 計分。第三是 cached PPL:讓長文先流過(量化的)KV cache 再算困惑度,確保 KV 量化的影響真的參與計分。三者角度不同,可以交叉驗證。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整個計畫切成十個 phase。P0 建環境,P1 打 BF16 基準線,P2 做 weight-only 量化,P3 完成部署路線的 2×2 主表——這四個已完成並各有報告。目前在 P4,在 HF 路線建立 int4/int2 低 bit KV 的品質曲線,作為 P6 的對照組。P6 是研究主貢獻 Hybrid Polar-KIVI,P7 做場景分析,P9 彙整成最終報告。P5 和 P8 是可選項,不阻塞主線。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第一個結論:壓權重非常划算。AWQ 4-bit 把權重從 14.3GB 壓到 5.2GB,省下的記憶體全部變成 KV cache 的空間,KV pool 容量變成 2.53 倍;而品質幾乎沒有代價——63K 的中英 NIAH 依然全對,LongBench 平均只從 0.493 掉到 0.479,長上下文吞吐甚至因為記憶體壓力變小而更快。GPTQ 結果相近。這條基準線同時證明我們的評測管線是健康的。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第二個發現比較戲劇性,也是目前最有價值的負面結果。理論上 FP8 KV 把容量再翻倍,AWQ 加 FP8 可達 5 倍 KV pool,帳面非常漂亮。但品質完全崩潰:63K 大海撈針從全對掉到接近全錯,LongBench 平均掉了六成。原因是 vLLM 0.10.2 的 FP8 KV 走的是舊的 V0/XFormers 路徑,加上動態 KV scale 無法保住長上下文檢索。教訓有兩個:第一,「容量提升」和「可用品質」必須分開驗證;第二,這正好證明了低 bit KV 量化需要更聰明的方法——這就是 P6 研究主線的動機。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 的目標是在 HF 路線畫出 int4 和 int2 KV 的品質曲線,當 P6 的對照組。目前 fp16 對照組已完成,中英 NIAH 各 45 題全對,證明評測管線健康。插曲是:HF 內建 quanto int4 cache 跑出來全滅、輸出是亂碼——連 4K 都全錯。int4 KV 在 4K 理論上幾乎無損,所以這不是量化品質數據,而是管線 bug:root cause 指向 quanto cache 與 chunked prefill 的不相容。我們照紀律記錄進 ISSUES,並準備用自家已通過測試的 fake-quant 實作 int4_sim/int2_sim 作為更乾淨的對照組——殘差視窗、分組方式與 Hybrid 完全對齊,控制變因反而更乾淨。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接著是研究主貢獻。Key cache 先做隨機正交旋轉,再把 channel 兩兩配對轉成極座標。妙處在數學:旋轉後每對座標近似獨立高斯,此時角度 θ 恰好是均勻分布——均勻量化器對它是理論最優;半徑 r 是 Rayleigh 分布,有封閉解可以放非均勻格點。Value 則用 KIVI 式 per-token 量化,最近 128 個 token 保持全精度。整體有效位元約 3.3 bit,卡在 int4 的 4.5 和 int2 的 2.5 之間。要驗證的假說是:品質接近 int4、遠好於 int2。另有 θ=3bit 與不旋轉的 ablation。所有 bit 帳都把 scale/zero-point 的 overhead 誠實計入。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近期的路徑是:先修好 P4 的對照組——用自家 fake-quant 替代 quanto,補齊 int4/int2 的 NIAH 和 cached PPL;然後進入 P6 主實驗,跑 Hybrid 主配置和三組 ablation,回答「同 bit 預算下品質是否守住」;P7 做場景敏感度,看中文、程式碼、多文件檢索誰先受傷;最後 P9 彙整成報告。另外有幾個第一性原則延伸方向已經排進 backlog:Rayleigh 最優格點的 r 量化、pre-RoPE 座標系的極座標量化、以及 retrieval-head 感知的混合精度——最後這個可以直接解釋 P3 FP8 崩潰的機制,是最有論文潛力的延伸。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最後三句話總結。第一,weight 量化接近免費午餐:AWQ 換到 2.5 倍容量,品質幾乎無損,部署上應該直接採用。第二,KV 量化的魔鬼在品質:帳面容量再漂亮,長上下文檢索崩掉就沒有意義,容量和品質必須一起驗收——這是我們用 FP8 實測換來的教訓。第三,我們的貢獻是把「更聰明的低 bit KV 量化」做成一個可檢驗的提案:極座標量化有分布上的理論依據,並配了一套凍結評測、bit 帳透明、失敗照記的實驗紀律。歡迎大家給意見,特別是評測設計和 ablation 的部分。謝謝!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6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JhengHei"/>
              </a:rPr>
              <a:t>長上下文 LLM 量化:壓縮模型,還是壓縮 KV Cache?</a:t>
            </a:r>
          </a:p>
          <a:p>
            <a:r>
              <a:rPr sz="2000" b="0">
                <a:solidFill>
                  <a:srgbClr val="C9D4E3"/>
                </a:solidFill>
                <a:latin typeface="Microsoft JhengHei"/>
              </a:rPr>
              <a:t>Weight vs. KV-Cache Quantization + Hybrid Polar-KIVI 研究提案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C9D4E3"/>
                </a:solidFill>
                <a:latin typeface="Microsoft JhengHei"/>
              </a:rPr>
              <a:t>Qwen2.5-7B-Instruct(YaRN 64K)  |  RTX 4090 24GB  |  實驗進度:Phase 4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背景:長上下文推論的記憶體牆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Qwen2.5-7B bf16 權重 ≈ 14.3 GB → 24GB 卡先被吃掉 60%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KV cache 隨上下文線性成長:28 層 × 4 KV heads × 128 dim × (K+V) × bf16 ≈ 56 KB / token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64K tokens 單一請求 ≈ 3.5 GB;4 個併發 ≈ 14 GB,和權重一樣大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兩個獨立的壓縮旋鈕:Weight quantization(AWQ/GPTQ)vs. KV-cache quantization(FP8/int4/int2)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D96C2E"/>
                </a:solidFill>
                <a:latin typeface="Microsoft JhengHei"/>
              </a:rPr>
              <a:t>→ 記憶體不夠時,轉哪個旋鈕比較划算?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兩個研究問題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Microsoft JhengHei"/>
              </a:rPr>
              <a:t>RQ1(部署路線):同一張 24GB 卡,weight vs. KV 量化的「容量 × 品質」帳怎麼算?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vLLM 實測:TTFT / 吞吐 / KV pool 容量 / OOM 邊界,2×2 factorial(bf16, AWQ)×(fp16 KV, fp8 KV)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Microsoft JhengHei"/>
              </a:rPr>
              <a:t>RQ2(研究路線):能否設計在 ~3.3 bit 預算下不崩的 KV 量化?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提案:Hybrid Polar-KIVI — Key 旋轉後極座標量化 (r, θ),Value 走 KIVI 式 per-token 量化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對照組:相近 bit 預算的 uniform int4(4.5 bit)/ int2(2.5 bit)quantized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實驗設計:兩條 runtime 路線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4206240"/>
                <a:gridCol w="32918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路線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Runtime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量什麼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主要輸出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部署路線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vLLM 0.10.2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BF16 / AWQ / GPTQ / FP8-KV 的真實 serving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TTFT、吞吐、KV 容量、OOM 邊界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研究路線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HF transformers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int4 / int2 / Hybrid 的品質影響(simulated)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NIAH、LongBench、cached PPL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918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B2A4A"/>
                </a:solidFill>
                <a:latin typeface="Microsoft JhengHei"/>
              </a:rPr>
              <a:t>• 共用凍結 prompts 與結果 schema;固定 greedy 解碼(temperature=0, seed=42)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B43B3B"/>
                </a:solidFill>
                <a:latin typeface="Microsoft JhengHei"/>
              </a:rPr>
              <a:t>鐵則:vLLM 與 HF 的速度數字不互比;simulated 路線不宣稱實測 VRAM 節省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可重現性紀律:每個數字都可追溯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凍結評測集:prompt 只生成一次,SHA256 寫入 MANIFEST.json,程式 assert 禁止重生成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NIAH 的針是隨機密碼(KEY-XXXXXX)→ 無法靠預訓練記憶作答,判分為子字串精確比對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所有數字可追溯:results/perf.csv、quality.csv、results/raw/ 原始回應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失敗也是數據:FAIL / OOM / SKIP 照記;ISSUES.md 已誠實記錄 10+ 筆問題與 fallback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版本鎖定:pip freeze、第三方 repo commit、每個 phase 結束即 git commit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品質怎麼量:三件套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NIAH(大海撈針)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隨機密碼埋入 4K–63K 長文的 5 種深度 × zh/en/code 三語料;測長上下文檢索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LongBench(8 子集)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multifieldqa_zh、dureader、passage_retrieval(zh/en)、hotpotqa、2wikimqa、lcc、repobench-p;官方 metrics.py 計分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Cached PPL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長文 chunked prefill 進(量化)cache 後逐 token 計分 → KV 量化路徑全程參與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Phase 路線圖與目前進度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94944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Phase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P0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環境建置、雙 venv、probe、smoke test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DONE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BF16 baseline + 凍結 prompts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DONE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P2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AWQ / GPTQ weight-only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DONE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vLLM 2×2:(bf16, AWQ) × (fp16, fp8 KV)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DONE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D96C2E"/>
                          </a:solidFill>
                          <a:latin typeface="Microsoft JhengHei"/>
                        </a:rPr>
                        <a:t>P4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D96C2E"/>
                          </a:solidFill>
                          <a:latin typeface="Microsoft JhengHei"/>
                        </a:rPr>
                        <a:t>HF int4 / int2 quantized KV 對照組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D96C2E"/>
                          </a:solidFill>
                          <a:latin typeface="Microsoft JhengHei"/>
                        </a:rPr>
                        <a:t>▶ 進行中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Hybrid Polar-KIVI(研究主貢獻)+ ablation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TODO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P7 / P9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場景分析(中文/程式碼/RAG)/ 最終報告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A4A"/>
                          </a:solidFill>
                          <a:latin typeface="Microsoft JhengHei"/>
                        </a:rPr>
                        <a:t>TODO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成果 1:Weight 量化幾乎是免費午餐(P1–P2)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2377440"/>
                <a:gridCol w="173736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配置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權重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KV pool tokens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NIAH zh 63K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LongBench 平均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63K×4 吞吐 (tok/s)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BF16 + fp16 KV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14.27 GB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110,896 (1.00x)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60/60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0.4933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15.76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AWQ W4 + fp16 KV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5.23 GB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280,224 (2.53x)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60/60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0.4788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20.50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004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8A7B"/>
                </a:solidFill>
                <a:latin typeface="Microsoft JhengHei"/>
              </a:rPr>
              <a:t>結論:AWQ 權重 4-bit → 容量 2.5 倍、品質幾乎無損、長上下文吞吐反而更快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成果 2:FP8 KV 的反直覺發現(P3)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16459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配置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KV pool (tokens)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容量倍率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NIAH zh (60 題)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LongBench 平均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BF16 + fp16 KV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110,896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1.00x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60/60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0.4933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AWQ + fp16 KV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280,224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2.53x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60/60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0.4788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BF16 + fp8 KV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219,600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1.98x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2/60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0.1961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AWQ + fp8 KV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558,320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5.04x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9/60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43B3B"/>
                          </a:solidFill>
                          <a:latin typeface="Microsoft JhengHei"/>
                        </a:rPr>
                        <a:t>0.1464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43B3B"/>
                </a:solidFill>
                <a:latin typeface="Microsoft JhengHei"/>
              </a:rPr>
              <a:t>帳面容量 5 倍,但長上下文檢索崩潰 → 「容量」≠「可用」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4A"/>
                </a:solidFill>
                <a:latin typeface="Microsoft JhengHei"/>
              </a:rPr>
              <a:t>• 根因:vLLM 0.10.2 FP8-KV 落入 V0/XFormers 舊路徑;動態 KV scale 救不回 63K 檢索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E8A7B"/>
                </a:solidFill>
                <a:latin typeface="Microsoft JhengHei"/>
              </a:rPr>
              <a:t>這個失敗正是 P6 研究主線的動機:低 bit KV 需要更聰明的量化設計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進行中(P4):低 bit KV 品質曲線 — 現況與一個插曲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fp16 對照組(HF runtime):NIAH zh 45/45、en 45/45 全對 → 管線健康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B2A4A"/>
                </a:solidFill>
                <a:latin typeface="Microsoft JhengHei"/>
              </a:rPr>
              <a:t>• 插曲:HF 內建 quanto int4 cache 輸出亂碼、0/45 全滅(連 4K 也是)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判定為 pipeline bug 而非品質數據:int4 KV 於 4K 理論上近乎無損;疑似 chunked prefill 不相容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處置:記入 ISSUES.md、無效列自 quality.csv 移除、raw 檔保留為證據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8A7B"/>
                </a:solidFill>
                <a:latin typeface="Microsoft JhengHei"/>
              </a:rPr>
              <a:t>修正方向:改用自家已測試的 fake-quant 做 int4_sim / int2_sim → 與 Hybrid 完全對齊的乾淨對照組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D96C2E"/>
                </a:solidFill>
                <a:latin typeface="Microsoft JhengHei"/>
              </a:rPr>
              <a:t>• 流程教訓:smoke test 必須走與正式評測相同的程式路徑;大網格前先跑 3 題 canary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研究主貢獻(P6):Hybrid Polar-KIVI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Key:隨機正交旋轉 → channel 兩兩配對 → 極座標 (r, θ) 分別量化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– 旋轉後 θ ~ 均勻分布(均勻量化 = 理論最優)、r ~ Rayleigh(可放最優非均勻格點)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Value:KIVI 式 per-token 非對稱量化(group=64);最近 128 tokens 保全精度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657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配置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Key bits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Value bits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平均 eff. bits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T="38100" marB="381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int4 (uniform)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4.5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4.5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4.5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對照組(P4)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int2 (uniform)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對照組(P4)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8A7B"/>
                          </a:solidFill>
                          <a:latin typeface="Microsoft JhengHei"/>
                        </a:rPr>
                        <a:t>Hybrid (θ4, r4, v2)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8A7B"/>
                          </a:solidFill>
                          <a:latin typeface="Microsoft JhengHei"/>
                        </a:rPr>
                        <a:t>≈ 4.1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8A7B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8A7B"/>
                          </a:solidFill>
                          <a:latin typeface="Microsoft JhengHei"/>
                        </a:rPr>
                        <a:t>≈ 3.3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8A7B"/>
                          </a:solidFill>
                          <a:latin typeface="Microsoft JhengHei"/>
                        </a:rPr>
                        <a:t>主提案</a:t>
                      </a:r>
                    </a:p>
                  </a:txBody>
                  <a:tcPr marT="38100" marB="38100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Hybrid (θ3, r4, v2)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≈ 3.6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≈ 3.1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A4A"/>
                          </a:solidFill>
                          <a:latin typeface="Microsoft JhengHei"/>
                        </a:rPr>
                        <a:t>ablation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8A7B"/>
                </a:solidFill>
                <a:latin typeface="Microsoft JhengHei"/>
              </a:rPr>
              <a:t>假說:在 ~3.3 bit 預算下,品質接近 int4(4.5 bit)、遠優於 int2(2.5 bit)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下一步計畫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1. 修復 P4 對照組(int4_sim / int2_sim)→ 補齊 NIAH + cached PPL 品質曲線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2. P6 主實驗:Hybrid 主配置 + ablation(θ3 / 不旋轉 / mixed-precision 層)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3. P7 場景分析:中文 / 程式碼 / 多文件,誰對低 bit KV 最敏感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Microsoft JhengHei"/>
              </a:rPr>
              <a:t>4. P9 彙整最終報告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E8A7B"/>
                </a:solidFill>
                <a:latin typeface="Microsoft JhengHei"/>
              </a:rPr>
              <a:t>• 延伸方向(backlog):r 的 Rayleigh 最優格點(零成本)、pre-RoPE 極座標、retrieval-head 感知混合精度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  <a:latin typeface="Microsoft JhengHei"/>
              </a:rPr>
              <a:t>三個 Take-aways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E8A7B"/>
                </a:solidFill>
                <a:latin typeface="Microsoft JhengHei"/>
              </a:rPr>
              <a:t>1. Weight 量化 ≈ 免費午餐:AWQ 容量 2.5x、品質近乎無損 → 部署直接採用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B43B3B"/>
                </a:solidFill>
                <a:latin typeface="Microsoft JhengHei"/>
              </a:rPr>
              <a:t>2. KV 量化魔鬼在品質:FP8 容量 5x 但 63K 檢索崩潰 → 容量與品質必須一起驗收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Microsoft JhengHei"/>
              </a:rPr>
              <a:t>3. Hybrid Polar-KIVI:有理論依據(θ 均勻 / r Rayleigh)+ 可重現的實驗紀律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6472"/>
                </a:solidFill>
                <a:latin typeface="Microsoft JhengHei"/>
              </a:rPr>
              <a:t>• Repo 導覽:README(計畫)/ EXPERIMENT_RUNBOOK(細節)/ reports/(各階段報告)/ ISSUES.md(踩坑全記錄)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